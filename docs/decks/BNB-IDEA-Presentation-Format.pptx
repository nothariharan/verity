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Italics" charset="1" panose="020B0604020202090204"/>
      <p:regular r:id="rId15"/>
    </p:embeddedFont>
    <p:embeddedFont>
      <p:font typeface="Arimo Bold" charset="1" panose="020B07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05250" y="1666875"/>
            <a:ext cx="10477500" cy="1123950"/>
            <a:chOff x="0" y="0"/>
            <a:chExt cx="13970000" cy="1498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70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3970000">
                  <a:moveTo>
                    <a:pt x="0" y="0"/>
                  </a:moveTo>
                  <a:lnTo>
                    <a:pt x="13970000" y="0"/>
                  </a:lnTo>
                  <a:lnTo>
                    <a:pt x="13970000" y="1498600"/>
                  </a:lnTo>
                  <a:lnTo>
                    <a:pt x="0" y="1498600"/>
                  </a:lnTo>
                  <a:close/>
                </a:path>
              </a:pathLst>
            </a:custGeom>
            <a:solidFill>
              <a:srgbClr val="AD0407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970000" cy="153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43300" y="5257800"/>
            <a:ext cx="11201400" cy="3429000"/>
            <a:chOff x="0" y="0"/>
            <a:chExt cx="14935200" cy="457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35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4935200">
                  <a:moveTo>
                    <a:pt x="0" y="0"/>
                  </a:moveTo>
                  <a:lnTo>
                    <a:pt x="14935200" y="0"/>
                  </a:lnTo>
                  <a:lnTo>
                    <a:pt x="149352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3F56C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9352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29000" y="5143500"/>
            <a:ext cx="11201400" cy="3429000"/>
            <a:chOff x="0" y="0"/>
            <a:chExt cx="14935200" cy="457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352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4935200">
                  <a:moveTo>
                    <a:pt x="0" y="0"/>
                  </a:moveTo>
                  <a:lnTo>
                    <a:pt x="14935200" y="0"/>
                  </a:lnTo>
                  <a:lnTo>
                    <a:pt x="149352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B0B0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49352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05250" y="1847850"/>
            <a:ext cx="104775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INTERNATIONAL HACKATHON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71600" y="3048000"/>
            <a:ext cx="15621000" cy="1828800"/>
            <a:chOff x="0" y="0"/>
            <a:chExt cx="20828000" cy="243840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101600" y="95250"/>
              <a:ext cx="20726400" cy="234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00"/>
                </a:lnSpc>
              </a:pPr>
              <a:r>
                <a:rPr lang="en-US" b="true" sz="11250" spc="-360">
                  <a:solidFill>
                    <a:srgbClr val="3F56C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BNB ROUND 1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-57150"/>
              <a:ext cx="20726400" cy="234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00"/>
                </a:lnSpc>
              </a:pPr>
              <a:r>
                <a:rPr lang="en-US" b="true" sz="11250" spc="-360">
                  <a:solidFill>
                    <a:srgbClr val="0B0B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BNB ROUND 1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749596" y="5385435"/>
            <a:ext cx="10287000" cy="284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4395" indent="-437197" lvl="1">
              <a:lnSpc>
                <a:spcPts val="5670"/>
              </a:lnSpc>
              <a:buFont typeface="Arial"/>
              <a:buChar char="•"/>
            </a:pPr>
            <a:r>
              <a:rPr lang="en-US" b="true" sz="4050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TEAM NAME :</a:t>
            </a:r>
          </a:p>
          <a:p>
            <a:pPr algn="l">
              <a:lnSpc>
                <a:spcPts val="5670"/>
              </a:lnSpc>
            </a:pPr>
          </a:p>
          <a:p>
            <a:pPr algn="l" marL="874395" indent="-437197" lvl="1">
              <a:lnSpc>
                <a:spcPts val="5670"/>
              </a:lnSpc>
              <a:buFont typeface="Arial"/>
              <a:buChar char="•"/>
            </a:pPr>
            <a:r>
              <a:rPr lang="en-US" b="true" sz="4050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DOMAIN :</a:t>
            </a:r>
          </a:p>
          <a:p>
            <a:pPr algn="l">
              <a:lnSpc>
                <a:spcPts val="567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54421" y="577488"/>
            <a:ext cx="13721958" cy="83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5"/>
              </a:lnSpc>
            </a:pPr>
            <a:r>
              <a:rPr lang="en-US" sz="5296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AND APPROACH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447675"/>
            <a:ext cx="15544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FEASIBILITY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198" y="324869"/>
            <a:ext cx="15544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TARGET AUDIENCE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76225"/>
            <a:ext cx="15544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IMPACT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447675"/>
            <a:ext cx="15544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NOVELTY AND INNOVATION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250" y="514350"/>
            <a:ext cx="15544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USABILITY AND DESIRABILITY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250" y="542925"/>
            <a:ext cx="15544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TEAM MEMBERS’ CONTRIBUTION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D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34000"/>
            <a:ext cx="18288000" cy="4953000"/>
            <a:chOff x="0" y="0"/>
            <a:chExt cx="243840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24384000" cy="6578600"/>
            </a:xfrm>
            <a:custGeom>
              <a:avLst/>
              <a:gdLst/>
              <a:ahLst/>
              <a:cxnLst/>
              <a:rect r="r" b="b" t="t" l="l"/>
              <a:pathLst>
                <a:path h="6578600" w="24384000">
                  <a:moveTo>
                    <a:pt x="0" y="6578600"/>
                  </a:moveTo>
                  <a:lnTo>
                    <a:pt x="0" y="2806700"/>
                  </a:lnTo>
                  <a:lnTo>
                    <a:pt x="1409700" y="2806700"/>
                  </a:lnTo>
                  <a:lnTo>
                    <a:pt x="1409700" y="3479800"/>
                  </a:lnTo>
                  <a:lnTo>
                    <a:pt x="2933700" y="3479800"/>
                  </a:lnTo>
                  <a:lnTo>
                    <a:pt x="2933700" y="304800"/>
                  </a:lnTo>
                  <a:lnTo>
                    <a:pt x="3937000" y="304800"/>
                  </a:lnTo>
                  <a:lnTo>
                    <a:pt x="3937000" y="1409700"/>
                  </a:lnTo>
                  <a:lnTo>
                    <a:pt x="4978400" y="1409700"/>
                  </a:lnTo>
                  <a:lnTo>
                    <a:pt x="4978400" y="3416300"/>
                  </a:lnTo>
                  <a:lnTo>
                    <a:pt x="6807200" y="3416300"/>
                  </a:lnTo>
                  <a:lnTo>
                    <a:pt x="6807200" y="2400300"/>
                  </a:lnTo>
                  <a:lnTo>
                    <a:pt x="8509000" y="2400300"/>
                  </a:lnTo>
                  <a:lnTo>
                    <a:pt x="8509000" y="3225800"/>
                  </a:lnTo>
                  <a:lnTo>
                    <a:pt x="9448800" y="3225800"/>
                  </a:lnTo>
                  <a:lnTo>
                    <a:pt x="9448800" y="1066800"/>
                  </a:lnTo>
                  <a:lnTo>
                    <a:pt x="11036300" y="1066800"/>
                  </a:lnTo>
                  <a:lnTo>
                    <a:pt x="11036300" y="2222500"/>
                  </a:lnTo>
                  <a:lnTo>
                    <a:pt x="12026900" y="2222500"/>
                  </a:lnTo>
                  <a:lnTo>
                    <a:pt x="12026900" y="203200"/>
                  </a:lnTo>
                  <a:lnTo>
                    <a:pt x="13055600" y="203200"/>
                  </a:lnTo>
                  <a:lnTo>
                    <a:pt x="13055600" y="3403600"/>
                  </a:lnTo>
                  <a:lnTo>
                    <a:pt x="14630400" y="3403600"/>
                  </a:lnTo>
                  <a:lnTo>
                    <a:pt x="14630400" y="2984500"/>
                  </a:lnTo>
                  <a:lnTo>
                    <a:pt x="16433800" y="2984500"/>
                  </a:lnTo>
                  <a:lnTo>
                    <a:pt x="16433800" y="0"/>
                  </a:lnTo>
                  <a:lnTo>
                    <a:pt x="17678400" y="0"/>
                  </a:lnTo>
                  <a:lnTo>
                    <a:pt x="17678400" y="38100"/>
                  </a:lnTo>
                  <a:lnTo>
                    <a:pt x="18656300" y="38100"/>
                  </a:lnTo>
                  <a:lnTo>
                    <a:pt x="18656300" y="1206500"/>
                  </a:lnTo>
                  <a:lnTo>
                    <a:pt x="20485100" y="1206500"/>
                  </a:lnTo>
                  <a:lnTo>
                    <a:pt x="20485100" y="2349500"/>
                  </a:lnTo>
                  <a:lnTo>
                    <a:pt x="21450300" y="2349500"/>
                  </a:lnTo>
                  <a:lnTo>
                    <a:pt x="21450300" y="165100"/>
                  </a:lnTo>
                  <a:lnTo>
                    <a:pt x="22402800" y="165100"/>
                  </a:lnTo>
                  <a:lnTo>
                    <a:pt x="22402800" y="1905000"/>
                  </a:lnTo>
                  <a:lnTo>
                    <a:pt x="23507700" y="1905000"/>
                  </a:lnTo>
                  <a:lnTo>
                    <a:pt x="23507700" y="2857500"/>
                  </a:lnTo>
                  <a:lnTo>
                    <a:pt x="24384000" y="2857500"/>
                  </a:lnTo>
                  <a:lnTo>
                    <a:pt x="24384000" y="6578600"/>
                  </a:lnTo>
                  <a:close/>
                </a:path>
              </a:pathLst>
            </a:custGeom>
            <a:solidFill>
              <a:srgbClr val="8CC4E6">
                <a:alpha val="6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239000"/>
            <a:ext cx="18288000" cy="3048000"/>
            <a:chOff x="0" y="0"/>
            <a:chExt cx="24384000" cy="406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9700"/>
              <a:ext cx="243840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4384000">
                  <a:moveTo>
                    <a:pt x="0" y="3924300"/>
                  </a:moveTo>
                  <a:lnTo>
                    <a:pt x="0" y="584200"/>
                  </a:lnTo>
                  <a:lnTo>
                    <a:pt x="1866900" y="584200"/>
                  </a:lnTo>
                  <a:lnTo>
                    <a:pt x="1866900" y="889000"/>
                  </a:lnTo>
                  <a:lnTo>
                    <a:pt x="4267200" y="889000"/>
                  </a:lnTo>
                  <a:lnTo>
                    <a:pt x="4267200" y="749300"/>
                  </a:lnTo>
                  <a:lnTo>
                    <a:pt x="6134100" y="749300"/>
                  </a:lnTo>
                  <a:lnTo>
                    <a:pt x="6134100" y="1790700"/>
                  </a:lnTo>
                  <a:lnTo>
                    <a:pt x="8229600" y="1790700"/>
                  </a:lnTo>
                  <a:lnTo>
                    <a:pt x="8229600" y="736600"/>
                  </a:lnTo>
                  <a:lnTo>
                    <a:pt x="9664700" y="736600"/>
                  </a:lnTo>
                  <a:lnTo>
                    <a:pt x="9664700" y="355600"/>
                  </a:lnTo>
                  <a:lnTo>
                    <a:pt x="11569700" y="355600"/>
                  </a:lnTo>
                  <a:lnTo>
                    <a:pt x="11569700" y="1803400"/>
                  </a:lnTo>
                  <a:lnTo>
                    <a:pt x="13703300" y="1803400"/>
                  </a:lnTo>
                  <a:lnTo>
                    <a:pt x="13703300" y="952500"/>
                  </a:lnTo>
                  <a:lnTo>
                    <a:pt x="14998700" y="952500"/>
                  </a:lnTo>
                  <a:lnTo>
                    <a:pt x="14998700" y="1943100"/>
                  </a:lnTo>
                  <a:lnTo>
                    <a:pt x="16624300" y="1943100"/>
                  </a:lnTo>
                  <a:lnTo>
                    <a:pt x="16624300" y="660400"/>
                  </a:lnTo>
                  <a:lnTo>
                    <a:pt x="17907000" y="660400"/>
                  </a:lnTo>
                  <a:lnTo>
                    <a:pt x="17907000" y="342900"/>
                  </a:lnTo>
                  <a:lnTo>
                    <a:pt x="20167600" y="342900"/>
                  </a:lnTo>
                  <a:lnTo>
                    <a:pt x="20167600" y="469900"/>
                  </a:lnTo>
                  <a:lnTo>
                    <a:pt x="21374100" y="469900"/>
                  </a:lnTo>
                  <a:lnTo>
                    <a:pt x="21374100" y="939800"/>
                  </a:lnTo>
                  <a:lnTo>
                    <a:pt x="23152100" y="939800"/>
                  </a:lnTo>
                  <a:lnTo>
                    <a:pt x="23152100" y="0"/>
                  </a:lnTo>
                  <a:lnTo>
                    <a:pt x="24384000" y="0"/>
                  </a:lnTo>
                  <a:lnTo>
                    <a:pt x="24384000" y="3924300"/>
                  </a:lnTo>
                  <a:close/>
                </a:path>
              </a:pathLst>
            </a:custGeom>
            <a:solidFill>
              <a:srgbClr val="B8687A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667750"/>
            <a:ext cx="18288000" cy="1619250"/>
            <a:chOff x="0" y="0"/>
            <a:chExt cx="2438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76200"/>
              <a:ext cx="24384000" cy="2082800"/>
            </a:xfrm>
            <a:custGeom>
              <a:avLst/>
              <a:gdLst/>
              <a:ahLst/>
              <a:cxnLst/>
              <a:rect r="r" b="b" t="t" l="l"/>
              <a:pathLst>
                <a:path h="2082800" w="24384000">
                  <a:moveTo>
                    <a:pt x="0" y="2082800"/>
                  </a:moveTo>
                  <a:lnTo>
                    <a:pt x="0" y="190500"/>
                  </a:lnTo>
                  <a:lnTo>
                    <a:pt x="2895600" y="190500"/>
                  </a:lnTo>
                  <a:lnTo>
                    <a:pt x="2895600" y="0"/>
                  </a:lnTo>
                  <a:lnTo>
                    <a:pt x="4762500" y="0"/>
                  </a:lnTo>
                  <a:lnTo>
                    <a:pt x="4762500" y="1320800"/>
                  </a:lnTo>
                  <a:lnTo>
                    <a:pt x="7505700" y="1320800"/>
                  </a:lnTo>
                  <a:lnTo>
                    <a:pt x="7505700" y="495300"/>
                  </a:lnTo>
                  <a:lnTo>
                    <a:pt x="8928100" y="495300"/>
                  </a:lnTo>
                  <a:lnTo>
                    <a:pt x="8928100" y="762000"/>
                  </a:lnTo>
                  <a:lnTo>
                    <a:pt x="10820400" y="762000"/>
                  </a:lnTo>
                  <a:lnTo>
                    <a:pt x="10820400" y="596900"/>
                  </a:lnTo>
                  <a:lnTo>
                    <a:pt x="12827000" y="596900"/>
                  </a:lnTo>
                  <a:lnTo>
                    <a:pt x="12827000" y="1244600"/>
                  </a:lnTo>
                  <a:lnTo>
                    <a:pt x="14795500" y="1244600"/>
                  </a:lnTo>
                  <a:lnTo>
                    <a:pt x="14795500" y="1143000"/>
                  </a:lnTo>
                  <a:lnTo>
                    <a:pt x="17360900" y="1143000"/>
                  </a:lnTo>
                  <a:lnTo>
                    <a:pt x="17360900" y="736600"/>
                  </a:lnTo>
                  <a:lnTo>
                    <a:pt x="19189700" y="736600"/>
                  </a:lnTo>
                  <a:lnTo>
                    <a:pt x="19189700" y="1092200"/>
                  </a:lnTo>
                  <a:lnTo>
                    <a:pt x="20599400" y="1092200"/>
                  </a:lnTo>
                  <a:lnTo>
                    <a:pt x="20599400" y="711200"/>
                  </a:lnTo>
                  <a:lnTo>
                    <a:pt x="22999700" y="711200"/>
                  </a:lnTo>
                  <a:lnTo>
                    <a:pt x="22999700" y="1409700"/>
                  </a:lnTo>
                  <a:lnTo>
                    <a:pt x="24384000" y="1409700"/>
                  </a:lnTo>
                  <a:lnTo>
                    <a:pt x="24384000" y="2082800"/>
                  </a:lnTo>
                  <a:close/>
                </a:path>
              </a:pathLst>
            </a:custGeom>
            <a:solidFill>
              <a:srgbClr val="474F9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38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 descr="IIIT Sri City logo"/>
          <p:cNvSpPr/>
          <p:nvPr/>
        </p:nvSpPr>
        <p:spPr>
          <a:xfrm flipH="false" flipV="false" rot="0">
            <a:off x="571500" y="342900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" r="0" b="-62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25800" y="285750"/>
            <a:ext cx="1809750" cy="1428750"/>
            <a:chOff x="0" y="0"/>
            <a:chExt cx="2413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824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13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16300" y="533400"/>
            <a:ext cx="1428750" cy="566547"/>
            <a:chOff x="0" y="0"/>
            <a:chExt cx="1905000" cy="7553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8706" cy="759102"/>
            </a:xfrm>
            <a:custGeom>
              <a:avLst/>
              <a:gdLst/>
              <a:ahLst/>
              <a:cxnLst/>
              <a:rect r="r" b="b" t="t" l="l"/>
              <a:pathLst>
                <a:path h="759102" w="1908706">
                  <a:moveTo>
                    <a:pt x="32603" y="0"/>
                  </a:moveTo>
                  <a:lnTo>
                    <a:pt x="60190" y="0"/>
                  </a:lnTo>
                  <a:cubicBezTo>
                    <a:pt x="78196" y="0"/>
                    <a:pt x="92792" y="14597"/>
                    <a:pt x="92792" y="32603"/>
                  </a:cubicBezTo>
                  <a:lnTo>
                    <a:pt x="92792" y="722291"/>
                  </a:lnTo>
                  <a:cubicBezTo>
                    <a:pt x="92792" y="740297"/>
                    <a:pt x="78196" y="754894"/>
                    <a:pt x="60190" y="754894"/>
                  </a:cubicBezTo>
                  <a:lnTo>
                    <a:pt x="32603" y="754894"/>
                  </a:lnTo>
                  <a:cubicBezTo>
                    <a:pt x="14597" y="754894"/>
                    <a:pt x="0" y="740297"/>
                    <a:pt x="0" y="722291"/>
                  </a:cubicBezTo>
                  <a:lnTo>
                    <a:pt x="0" y="32603"/>
                  </a:lnTo>
                  <a:cubicBezTo>
                    <a:pt x="0" y="14597"/>
                    <a:pt x="14597" y="0"/>
                    <a:pt x="32603" y="0"/>
                  </a:cubicBezTo>
                  <a:close/>
                  <a:moveTo>
                    <a:pt x="306465" y="0"/>
                  </a:moveTo>
                  <a:lnTo>
                    <a:pt x="1376837" y="0"/>
                  </a:lnTo>
                  <a:cubicBezTo>
                    <a:pt x="1403153" y="0"/>
                    <a:pt x="1424487" y="21334"/>
                    <a:pt x="1424487" y="47651"/>
                  </a:cubicBezTo>
                  <a:cubicBezTo>
                    <a:pt x="1424487" y="73968"/>
                    <a:pt x="1403153" y="95302"/>
                    <a:pt x="1376837" y="95302"/>
                  </a:cubicBezTo>
                  <a:lnTo>
                    <a:pt x="393740" y="95302"/>
                  </a:lnTo>
                  <a:cubicBezTo>
                    <a:pt x="379889" y="95302"/>
                    <a:pt x="368661" y="106531"/>
                    <a:pt x="368661" y="120382"/>
                  </a:cubicBezTo>
                  <a:lnTo>
                    <a:pt x="368661" y="634011"/>
                  </a:lnTo>
                  <a:cubicBezTo>
                    <a:pt x="368661" y="647862"/>
                    <a:pt x="379889" y="659090"/>
                    <a:pt x="393740" y="659090"/>
                  </a:cubicBezTo>
                  <a:lnTo>
                    <a:pt x="678136" y="659090"/>
                  </a:lnTo>
                  <a:cubicBezTo>
                    <a:pt x="691987" y="659090"/>
                    <a:pt x="703215" y="647862"/>
                    <a:pt x="703215" y="634011"/>
                  </a:cubicBezTo>
                  <a:lnTo>
                    <a:pt x="703215" y="236751"/>
                  </a:lnTo>
                  <a:cubicBezTo>
                    <a:pt x="703215" y="217359"/>
                    <a:pt x="718934" y="201640"/>
                    <a:pt x="738325" y="201640"/>
                  </a:cubicBezTo>
                  <a:lnTo>
                    <a:pt x="765411" y="201640"/>
                  </a:lnTo>
                  <a:cubicBezTo>
                    <a:pt x="784802" y="201640"/>
                    <a:pt x="800521" y="217359"/>
                    <a:pt x="800521" y="236751"/>
                  </a:cubicBezTo>
                  <a:lnTo>
                    <a:pt x="800521" y="720285"/>
                  </a:lnTo>
                  <a:cubicBezTo>
                    <a:pt x="800521" y="739676"/>
                    <a:pt x="784802" y="755396"/>
                    <a:pt x="765411" y="755396"/>
                  </a:cubicBezTo>
                  <a:lnTo>
                    <a:pt x="306465" y="755396"/>
                  </a:lnTo>
                  <a:cubicBezTo>
                    <a:pt x="287074" y="755396"/>
                    <a:pt x="271355" y="739676"/>
                    <a:pt x="271355" y="720285"/>
                  </a:cubicBezTo>
                  <a:lnTo>
                    <a:pt x="271355" y="35111"/>
                  </a:lnTo>
                  <a:cubicBezTo>
                    <a:pt x="271355" y="15720"/>
                    <a:pt x="287074" y="0"/>
                    <a:pt x="306465" y="0"/>
                  </a:cubicBezTo>
                  <a:close/>
                  <a:moveTo>
                    <a:pt x="1046295" y="209665"/>
                  </a:moveTo>
                  <a:lnTo>
                    <a:pt x="1073381" y="209665"/>
                  </a:lnTo>
                  <a:cubicBezTo>
                    <a:pt x="1092772" y="209665"/>
                    <a:pt x="1108491" y="225385"/>
                    <a:pt x="1108491" y="244776"/>
                  </a:cubicBezTo>
                  <a:lnTo>
                    <a:pt x="1108491" y="720285"/>
                  </a:lnTo>
                  <a:cubicBezTo>
                    <a:pt x="1108491" y="739676"/>
                    <a:pt x="1092772" y="755396"/>
                    <a:pt x="1073381" y="755396"/>
                  </a:cubicBezTo>
                  <a:lnTo>
                    <a:pt x="1046295" y="755396"/>
                  </a:lnTo>
                  <a:cubicBezTo>
                    <a:pt x="1026904" y="755396"/>
                    <a:pt x="1011185" y="739676"/>
                    <a:pt x="1011185" y="720285"/>
                  </a:cubicBezTo>
                  <a:lnTo>
                    <a:pt x="1011185" y="244776"/>
                  </a:lnTo>
                  <a:cubicBezTo>
                    <a:pt x="1011185" y="225385"/>
                    <a:pt x="1026904" y="209665"/>
                    <a:pt x="1046295" y="209665"/>
                  </a:cubicBezTo>
                  <a:close/>
                  <a:moveTo>
                    <a:pt x="1644680" y="9229"/>
                  </a:moveTo>
                  <a:lnTo>
                    <a:pt x="1902191" y="695757"/>
                  </a:lnTo>
                  <a:cubicBezTo>
                    <a:pt x="1919561" y="718583"/>
                    <a:pt x="1899186" y="744027"/>
                    <a:pt x="1876360" y="752587"/>
                  </a:cubicBezTo>
                  <a:cubicBezTo>
                    <a:pt x="1853534" y="769957"/>
                    <a:pt x="1828091" y="749582"/>
                    <a:pt x="1819531" y="726755"/>
                  </a:cubicBezTo>
                  <a:lnTo>
                    <a:pt x="1644680" y="260577"/>
                  </a:lnTo>
                  <a:lnTo>
                    <a:pt x="1469829" y="726755"/>
                  </a:lnTo>
                  <a:cubicBezTo>
                    <a:pt x="1461270" y="749582"/>
                    <a:pt x="1435827" y="769957"/>
                    <a:pt x="1413000" y="752587"/>
                  </a:cubicBezTo>
                  <a:cubicBezTo>
                    <a:pt x="1390174" y="744027"/>
                    <a:pt x="1378609" y="718583"/>
                    <a:pt x="1387169" y="695757"/>
                  </a:cubicBezTo>
                  <a:close/>
                </a:path>
              </a:pathLst>
            </a:custGeom>
            <a:solidFill>
              <a:srgbClr val="3A9E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79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0" y="9258300"/>
            <a:ext cx="800100" cy="800100"/>
            <a:chOff x="0" y="0"/>
            <a:chExt cx="1066800" cy="106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AD040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6800" cy="1104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925800" y="1190625"/>
            <a:ext cx="18097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i="true">
                <a:solidFill>
                  <a:srgbClr val="DCE3EA"/>
                </a:solidFill>
                <a:latin typeface="Arimo Italics"/>
                <a:ea typeface="Arimo Italics"/>
                <a:cs typeface="Arimo Italics"/>
                <a:sym typeface="Arimo Italics"/>
              </a:rPr>
              <a:t>Creating the Imaginary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850" y="3381375"/>
            <a:ext cx="15544800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5"/>
              </a:lnSpc>
            </a:pPr>
            <a:r>
              <a:rPr lang="en-US" sz="17250" b="true">
                <a:solidFill>
                  <a:srgbClr val="3F56C8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1600" y="3248025"/>
            <a:ext cx="15544800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75"/>
              </a:lnSpc>
            </a:pPr>
            <a:r>
              <a:rPr lang="en-US" sz="17250" b="true">
                <a:solidFill>
                  <a:srgbClr val="0B0B0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45000" y="9353550"/>
            <a:ext cx="80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DAHWOxEpxHM</dc:identifier>
  <dcterms:modified xsi:type="dcterms:W3CDTF">2011-08-01T06:04:30Z</dcterms:modified>
  <cp:revision>1</cp:revision>
  <dc:title>BNB Template</dc:title>
</cp:coreProperties>
</file>